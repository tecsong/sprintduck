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3a48fce0094ced" /><Relationship Type="http://schemas.openxmlformats.org/officeDocument/2006/relationships/extended-properties" Target="/docProps/app.xml" Id="R7a5aa0e286b0498c" /><Relationship Type="http://schemas.openxmlformats.org/officeDocument/2006/relationships/officeDocument" Target="/ppt/presentation.xml" Id="R8284bf6dd644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499892da94f1b"/>
  </p:sldMasterIdLst>
  <p:notesMasterIdLst>
    <p:notesMasterId xmlns:r="http://schemas.openxmlformats.org/officeDocument/2006/relationships" r:id="R0f96641d19cf4f4e"/>
  </p:notesMasterIdLst>
  <p:sldIdLst>
    <p:sldId xmlns:r="http://schemas.openxmlformats.org/officeDocument/2006/relationships" id="256" r:id="R339447ee66d746a0"/>
    <p:sldId xmlns:r="http://schemas.openxmlformats.org/officeDocument/2006/relationships" id="257" r:id="R660f593485194eee"/>
    <p:sldId xmlns:r="http://schemas.openxmlformats.org/officeDocument/2006/relationships" id="258" r:id="R318d0c63ce4a4c48"/>
    <p:sldId xmlns:r="http://schemas.openxmlformats.org/officeDocument/2006/relationships" id="259" r:id="R61a779abd1e34450"/>
    <p:sldId xmlns:r="http://schemas.openxmlformats.org/officeDocument/2006/relationships" id="260" r:id="R7c7d9452c1df4752"/>
    <p:sldId xmlns:r="http://schemas.openxmlformats.org/officeDocument/2006/relationships" id="261" r:id="Rfa232853ce05420e"/>
    <p:sldId xmlns:r="http://schemas.openxmlformats.org/officeDocument/2006/relationships" id="262" r:id="Ref1227626c034695"/>
    <p:sldId xmlns:r="http://schemas.openxmlformats.org/officeDocument/2006/relationships" id="263" r:id="R62f58db5df3c48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499892da94f1b" /><Relationship Type="http://schemas.openxmlformats.org/officeDocument/2006/relationships/theme" Target="/ppt/theme/theme1.xml" Id="Red7211c916c64272" /><Relationship Type="http://schemas.openxmlformats.org/officeDocument/2006/relationships/notesMaster" Target="/ppt/notesMasters/notesMaster1.xml" Id="R0f96641d19cf4f4e" /><Relationship Type="http://schemas.openxmlformats.org/officeDocument/2006/relationships/presProps" Target="/ppt/presProps.xml" Id="R60841efdfe6f4cb2" /><Relationship Type="http://schemas.openxmlformats.org/officeDocument/2006/relationships/viewProps" Target="/ppt/viewProps.xml" Id="Rb7d46b552bde480c" /><Relationship Type="http://schemas.openxmlformats.org/officeDocument/2006/relationships/tableStyles" Target="/ppt/tableStyles.xml" Id="Ree2c9c25d43644dc" /><Relationship Type="http://schemas.openxmlformats.org/officeDocument/2006/relationships/slide" Target="/ppt/slides/slide1.xml" Id="R339447ee66d746a0" /><Relationship Type="http://schemas.openxmlformats.org/officeDocument/2006/relationships/slide" Target="/ppt/slides/slide2.xml" Id="R660f593485194eee" /><Relationship Type="http://schemas.openxmlformats.org/officeDocument/2006/relationships/slide" Target="/ppt/slides/slide3.xml" Id="R318d0c63ce4a4c48" /><Relationship Type="http://schemas.openxmlformats.org/officeDocument/2006/relationships/slide" Target="/ppt/slides/slide4.xml" Id="R61a779abd1e34450" /><Relationship Type="http://schemas.openxmlformats.org/officeDocument/2006/relationships/slide" Target="/ppt/slides/slide5.xml" Id="R7c7d9452c1df4752" /><Relationship Type="http://schemas.openxmlformats.org/officeDocument/2006/relationships/slide" Target="/ppt/slides/slide6.xml" Id="Rfa232853ce05420e" /><Relationship Type="http://schemas.openxmlformats.org/officeDocument/2006/relationships/slide" Target="/ppt/slides/slide7.xml" Id="Ref1227626c034695" /><Relationship Type="http://schemas.openxmlformats.org/officeDocument/2006/relationships/slide" Target="/ppt/slides/slide8.xml" Id="R62f58db5df3c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950ea07c1941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9b36400f9c493d" /><Relationship Type="http://schemas.openxmlformats.org/officeDocument/2006/relationships/notesMaster" Target="/ppt/notesMasters/notesMaster1.xml" Id="R6e3d29fb088c40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f0b9823a2a46f8" /><Relationship Type="http://schemas.openxmlformats.org/officeDocument/2006/relationships/notesMaster" Target="/ppt/notesMasters/notesMaster1.xml" Id="Ra04a13216ac143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e0597e8934889" /><Relationship Type="http://schemas.openxmlformats.org/officeDocument/2006/relationships/notesMaster" Target="/ppt/notesMasters/notesMaster1.xml" Id="R2f1ae5e77dc04d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14b945994342c0" /><Relationship Type="http://schemas.openxmlformats.org/officeDocument/2006/relationships/notesMaster" Target="/ppt/notesMasters/notesMaster1.xml" Id="R63aec196be8b45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7f191406d24381" /><Relationship Type="http://schemas.openxmlformats.org/officeDocument/2006/relationships/notesMaster" Target="/ppt/notesMasters/notesMaster1.xml" Id="R0343fe002b68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c304692f3e4ddd" /><Relationship Type="http://schemas.openxmlformats.org/officeDocument/2006/relationships/notesMaster" Target="/ppt/notesMasters/notesMaster1.xml" Id="R3ba2398bc13247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341a6bce3f4978" /><Relationship Type="http://schemas.openxmlformats.org/officeDocument/2006/relationships/notesMaster" Target="/ppt/notesMasters/notesMaster1.xml" Id="R6c0cce022c0e4c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59e774e3114565" /><Relationship Type="http://schemas.openxmlformats.org/officeDocument/2006/relationships/notesMaster" Target="/ppt/notesMasters/notesMaster1.xml" Id="R6f9b36c62a2244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fffedbfa04f7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dfb48b10c749f6" /><Relationship Type="http://schemas.openxmlformats.org/officeDocument/2006/relationships/slideLayout" Target="/ppt/slideLayouts/slideLayout2.xml" Id="Ree5e44cf210941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5e44cf210941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67d589e2414b5d" /><Relationship Type="http://schemas.openxmlformats.org/officeDocument/2006/relationships/notesSlide" Target="/ppt/notesSlides/notesSlide1.xml" Id="R4c5e168e493e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166d2c52d249ec" /><Relationship Type="http://schemas.openxmlformats.org/officeDocument/2006/relationships/notesSlide" Target="/ppt/notesSlides/notesSlide2.xml" Id="Rcf72a70d009f4d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4aa2a57dad4737" /><Relationship Type="http://schemas.openxmlformats.org/officeDocument/2006/relationships/notesSlide" Target="/ppt/notesSlides/notesSlide3.xml" Id="R50f380d5aa9143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c36ef0ad2c496d" /><Relationship Type="http://schemas.openxmlformats.org/officeDocument/2006/relationships/notesSlide" Target="/ppt/notesSlides/notesSlide4.xml" Id="R09f51c11a32e42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b2e21d70f44138" /><Relationship Type="http://schemas.openxmlformats.org/officeDocument/2006/relationships/notesSlide" Target="/ppt/notesSlides/notesSlide5.xml" Id="Rbfcb325fce2d49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36714f3474ea0" /><Relationship Type="http://schemas.openxmlformats.org/officeDocument/2006/relationships/notesSlide" Target="/ppt/notesSlides/notesSlide6.xml" Id="Ra241242a8b7f4e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c00e1332b94a94" /><Relationship Type="http://schemas.openxmlformats.org/officeDocument/2006/relationships/notesSlide" Target="/ppt/notesSlides/notesSlide7.xml" Id="Reae29ca9e7de4d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bf87a16d447b5" /><Relationship Type="http://schemas.openxmlformats.org/officeDocument/2006/relationships/notesSlide" Target="/ppt/notesSlides/notesSlide8.xml" Id="Rd976b942f2af43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D2669-FAC7-4CF5-B18B-FAC8B93D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7688D-F6D9-4EE9-9085-9692233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SprintDuckAgent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C5FCE-BC05-4F3F-9433-B4393223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Hackathon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AF27A-F8DB-4634-A016-A38A9F3B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A5C65-A2B7-43FB-A39F-E1D1B63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Privacy-first job-search workbench demo · 2026-05-31 10:00 CST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B4E3D-1728-4596-8B86-DE72EEFC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把求职链路收进一个隐私优先的 Agent 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7371A-A3A2-4B88-BCF0-2B1E18A3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SprintDuckAgent helps domestic candidates move from resume + JD to evidence-backed actions without hiding data egress.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4BCA4-45FD-4BA3-83B3-B6400582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111633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203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ECC8C-A757-4C8F-AAE4-53BD43F8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Demo 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7940F-BC06-43AF-BB95-E631EE93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用户把简历和目标 JD 放进本地工作台，选择隐私模式后，Agent 生成岗位匹配、简历优化方向、面试冲刺计划和投递话术。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F6D9A-9242-465A-AD14-24DDAA90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2034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D8D8C-7A96-4205-B154-68F17F06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86493-5BAB-45EC-AE88-910F37C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5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E5DF"/>
                </a:solidFill>
                <a:latin typeface="Aptos"/>
                <a:ea typeface="Aptos"/>
                <a:cs typeface="Aptos"/>
              </a:rPr>
              <a:t>明早 10 点前交付稳定闭环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59B57-CA27-49FA-AB26-96AC6522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9525">
            <a:solidFill>
              <a:srgbClr val="2F6F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51032-5BFD-4DD8-A7CB-3330EE3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0E2D0-9CFD-4D51-AFB5-1E0272A9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54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5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E5DF"/>
                </a:solidFill>
                <a:latin typeface="Aptos"/>
                <a:ea typeface="Aptos"/>
                <a:cs typeface="Aptos"/>
              </a:rPr>
              <a:t>现场演示脚本可讲完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4DC65-E679-43C2-A2C3-1DF636C1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720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392F"/>
          </a:solidFill>
          <a:ln xmlns:a="http://schemas.openxmlformats.org/drawingml/2006/main" w="9525">
            <a:solidFill>
              <a:srgbClr val="9239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2250B-5F65-4DCE-B40E-CB64A32D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434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163F5-0A26-4F59-AB2E-6D6EF6B1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054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5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E5DF"/>
                </a:solidFill>
                <a:latin typeface="Aptos"/>
                <a:ea typeface="Aptos"/>
                <a:cs typeface="Aptos"/>
              </a:rPr>
              <a:t>不做黑盒自动投递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5D305-06C8-429F-A120-6AFE426E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DF778-D7B5-4BA9-85A2-1E25EF41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24A9B-6E7D-4835-B95E-785AFD88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0540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5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E5DF"/>
                </a:solidFill>
                <a:latin typeface="Aptos"/>
                <a:ea typeface="Aptos"/>
                <a:cs typeface="Aptos"/>
              </a:rPr>
              <a:t>高影响动作必须确认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6F202-0870-4894-A6D0-A1551EBD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FF0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D1C61-C680-4CE6-A2FA-7EA1DEF6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2531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25317"/>
                </a:solidFill>
                <a:latin typeface="Aptos"/>
                <a:ea typeface="Aptos"/>
                <a:cs typeface="Aptos"/>
              </a:rPr>
              <a:t>Local-first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33F3E-77AF-4308-BD0D-5111D63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48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E9F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B401E-7D5E-4BA2-A699-E52B4A2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147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Evidence-backed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F49A8-0C91-4021-9A5A-3D4C244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E9F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B8317-10BA-4382-839B-D843385F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Connector-ready</a:t>
            </a:r>
          </a:p>
        </p:txBody>
      </p:sp>
    </p:spTree>
    <p:extLst>
      <p:ext uri="{BB962C8B-B14F-4D97-AF65-F5344CB8AC3E}">
        <p14:creationId xmlns:p14="http://schemas.microsoft.com/office/powerpoint/2010/main" val="10533910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EEB4B2-DA97-4072-9E93-DBB0B58F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08BB3-1075-414F-B3A4-A7C63A53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SprintDuckAgent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E90ED-C87C-4A3D-921A-759DC411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14745-35EB-4C27-9FF1-B0886B16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BEC81-6123-448F-9707-FBED8A8E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Privacy-first job-search workbench demo · 2026-05-31 10:00 CST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18AD8-A067-4CDC-A0FB-D4266C6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求职不是单点任务，而是一条高隐私、高决策成本的链路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755F7-B4F7-40B9-BF79-3CDF7DB6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D1D67-7C21-486B-A6AF-307181DD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链路碎片化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C7EC7-9D21-468D-9746-389FAA35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BD57A-498C-4887-924E-99238C85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简历、JD、聊天、公司信息和面试记录分散在不同工具。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E58A5-E8C1-4FB1-B9D8-6715F2C0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42538-3950-4EF5-ACFF-DBD5C79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通用 AI 工具能改一句话，但无法沉淀候选人上下文。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5B774-6D93-4A4B-9732-919D0D07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5EFF2-1A99-41DA-97D3-07B1BA8A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多个机会并行时，下一步动作和证据很容易丢失。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35DDD-DA2C-4DC3-9C4D-AAE77ED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9FB6C-56D7-4EE0-ABD6-2E70F02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239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2392F"/>
                </a:solidFill>
                <a:latin typeface="Aptos"/>
                <a:ea typeface="Aptos"/>
                <a:cs typeface="Aptos"/>
              </a:rPr>
              <a:t>数据高度敏感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09EFE-E4FB-44E5-87EF-48AE1CD5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4C249-3672-4874-843F-337BD8A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765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简历包含身份、薪资、雇主和求职意向。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0EBB5-A6B3-4F27-9901-38E43D4E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479D1-6895-44D5-A772-DFE2F96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外部模型和招聘平台调用不可避免，但边界常常不可见。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265FA-781B-4BA1-9CA0-05B840E4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A7A8A-6211-416A-AA83-0733D2EC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481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自动投递如果不受控，会直接伤害候选人机会。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55919-AF10-4993-9BEE-4EAB60C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198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34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44A"/>
                </a:solidFill>
                <a:latin typeface="Aptos"/>
                <a:ea typeface="Aptos"/>
                <a:cs typeface="Aptos"/>
              </a:rPr>
              <a:t>Hackathon implication: demo must prove a trusted workflow, not fake broad automation.</a:t>
            </a:r>
          </a:p>
        </p:txBody>
      </p:sp>
    </p:spTree>
    <p:extLst>
      <p:ext uri="{BB962C8B-B14F-4D97-AF65-F5344CB8AC3E}">
        <p14:creationId xmlns:p14="http://schemas.microsoft.com/office/powerpoint/2010/main" val="908979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B80B0-7BCE-4483-A752-BF6915F5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62DB9-F470-4C6C-B7D2-6FFC7AF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SprintDuckAgent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C04BA-F80E-43BB-B468-5E62DF5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B093-BAB8-45D9-AE2C-4F5B7A74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FC6CE-FAB5-4501-8B53-084E8EC5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Privacy-first job-search workbench demo · 2026-05-31 10:00 CST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7AB03-60CF-4625-A260-420ABE47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隐私优先不是不联网，而是用户可控的数据外发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A8207-E171-406F-8219-AFD256B2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E9F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B979B-FAA7-4CC1-BC88-3FE0CC43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Local storage by default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072B6-1ED5-4949-89D7-7E2031C0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FF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3C4C7-4693-46C7-BD2A-590F533B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2531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25317"/>
                </a:solidFill>
                <a:latin typeface="Aptos"/>
                <a:ea typeface="Aptos"/>
                <a:cs typeface="Aptos"/>
              </a:rPr>
              <a:t>Payload preview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64B41-9415-416F-B36B-A926F40D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E9F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1CBC4-484E-4FE5-8D3E-2FAB4750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431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Human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7B559-4797-4F0F-B3FE-1D4B7865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3048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88742-3023-4AA0-88EC-9D32DFF0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4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34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D4F9F-4C08-4223-9AF4-82C12A48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先本地组织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25F24-5B7D-4C8E-B0DA-1D498D43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590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简历、JD、报告和 pipeline 默认保存在本地工作台，不上传到 SprintDuck 自有服务器。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E0EF8-0648-4E6B-91BB-08EADCAA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3048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D70F3-BED7-45C6-82B9-95DA4023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4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34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09659-C6D2-4B3D-B330-FDE9A23D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再看外发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0E9CE-E11C-4E54-975C-229D64F3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2590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调用模型、搜索或 MCP 前，展示目的、目标服务和数据范围。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77FCE-FFC6-43E2-B8D2-DA20D8CB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3048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30886-64E7-4307-BFD2-CAADE3E9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4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34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15C64-DB37-489D-A2A0-72E4D846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最后确认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8E37B-4DBD-427F-90FF-B91A722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2590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发送消息、投递简历、写入平台资料等高影响动作必须再次确认。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E4C5A-0E35-4E4F-94B5-03525F60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13D12-1353-48DA-8CBD-DCD56818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B67099-B919-4BD7-B1C5-2DE734AA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6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34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44A"/>
                </a:solidFill>
                <a:latin typeface="Aptos"/>
                <a:ea typeface="Aptos"/>
                <a:cs typeface="Aptos"/>
              </a:rPr>
              <a:t>Demo implementation: redacted mode strips direct identifiers before sending text to the configured LLM provider.</a:t>
            </a:r>
          </a:p>
        </p:txBody>
      </p:sp>
    </p:spTree>
    <p:extLst>
      <p:ext uri="{BB962C8B-B14F-4D97-AF65-F5344CB8AC3E}">
        <p14:creationId xmlns:p14="http://schemas.microsoft.com/office/powerpoint/2010/main" val="1239595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34F4FA-F9C3-4F60-9C76-00FFD709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57792-6D67-4329-BEF3-00F262E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SprintDuckAgent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A3539-90AD-4397-826A-FEC43668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AEA58-FBEA-408B-9D5D-B07EEC3A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A714A-BF83-4B76-B774-0420B1D2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Privacy-first job-search workbench demo · 2026-05-31 10:00 CST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5C901-030A-4A28-9B9F-0BD9EBBD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先做可信本地工作台，再把高风险能力接成可授权连接器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51917-697C-42C2-9E1D-57BD9884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57450"/>
            <a:ext cx="4114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2034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CD8FF-333E-45F8-9643-53D73AAA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Job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9BEB2-F81F-412B-B054-B3E66512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5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DF"/>
                </a:solidFill>
                <a:latin typeface="Aptos"/>
                <a:ea typeface="Aptos"/>
                <a:cs typeface="Aptos"/>
              </a:rPr>
              <a:t>候选人档案 · JD 证据 · 报告 · Pipeline · 审计日志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F24BB-6F81-4A61-9666-3845A3D2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37CB0-27A6-41C8-AA20-98749CF1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resume_optimizer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545F6-3781-4248-B057-8BC02043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E058B-2905-4E2D-8E31-0F0C3404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jd_match_analyst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0CE52-A1F3-4582-9AF3-D14601F0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BCFE7-0D12-40C7-8FB8-2AB7C6F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interview_sprint_coach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5EBD8-53DF-42D0-A5B6-12AFAF62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2B543-7AC7-4BDD-8A0A-3437101D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privacy_intake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28798-403E-4098-9E5E-C2336D89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805BB-7A50-4103-9AA1-D17F8A0F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application_assistant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96031-3EAA-4C73-9B2D-3874A79A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AF946-1627-4CF0-B622-E344C23E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pipeline_manager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85A58-7475-46B2-BCC9-BE1830EF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24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FC534-CA89-44DB-B2FB-7B9A6050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7E935-2690-4DA5-B023-F7F1FE6E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482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C49DB-6EFD-4FD2-BB67-FC2305A6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7DC49-36C2-4DB8-9474-5ABA2D5B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F7C611-42C2-4F83-A2E0-104CE937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927BE-7AEE-499F-90A4-4ED941B2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34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44A"/>
                </a:solidFill>
                <a:latin typeface="Aptos"/>
                <a:ea typeface="Aptos"/>
                <a:cs typeface="Aptos"/>
              </a:rPr>
              <a:t>Tools / Skills / MCP boundary: local deterministic tools first; external providers only behind consent.check.</a:t>
            </a:r>
          </a:p>
        </p:txBody>
      </p:sp>
    </p:spTree>
    <p:extLst>
      <p:ext uri="{BB962C8B-B14F-4D97-AF65-F5344CB8AC3E}">
        <p14:creationId xmlns:p14="http://schemas.microsoft.com/office/powerpoint/2010/main" val="12317823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37DE9-A8DF-49BA-9ED3-13632403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BEC1A-2A68-4187-9ACC-38004755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SprintDuckAgent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ABB31-C209-4C9D-A72D-71D65B73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94675-86A4-4976-AC20-917C95B7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9BB08-FD64-4503-8AD4-815BC643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Privacy-first job-search workbench demo · 2026-05-31 10:00 CST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DF602-9FCC-467E-AB00-AFEA689C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黑客松 Demo 只证明一个稳定闭环：从 JD 到下一步行动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60D51-25C2-44DB-A0D3-ACB5F4CA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905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DBD0D-6E03-4878-BCF3-279B6C33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AEC02-5AE5-4DA8-9E97-6C3F8D4B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加载材料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D0F76-8EA9-475F-BA8B-3E9453EE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56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一键填入中文简历、目标 JD 和准备约束，避免现场手打。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C55CB-61F1-4D94-B0AB-4D28D738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1905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BA2F7-2DC7-4398-A9BB-753A03DA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28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F5EC3-A968-4706-8C83-6A1AE998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隐私选择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A9E40-69E4-4E7E-B4E4-84139D3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56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展示纯本地、脱敏外发、完整外发，并说明模型目标。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06087-D968-4D8A-9928-BDB022AF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1905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AA539-4EE7-4D45-A3EB-CC4B2669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BC2F4-027F-4119-877D-D6614CD2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48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求职诊断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E816B-34A6-4E37-83A5-CCE3E3E7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62350"/>
            <a:ext cx="156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生成匹配分、证据覆盖率、JD gap 和简历优化优先级。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B63A6-1F19-41DE-AD25-2F151FAD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1905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0D1F7-7EAA-49BF-8579-AEF9A489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10841-F7E4-4E5A-AAA6-63B7586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48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投递话术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6BFFF-7B7F-4E88-888C-B8410B5F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156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给招聘者开场白和投递后跟进，绑定真实证据。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4534F-7FEF-4578-B9DE-EE5E54EF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81300"/>
            <a:ext cx="1905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E9776-FD9F-4CE4-81FE-7AFC40C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28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3115A1-49B2-467F-9EF1-0D0D6A3B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48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面试冲刺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E18A79-E140-46E3-B570-5B63AAAD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156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输出 1-7 天准备计划和高频追问，承接原有能力。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07F769-FD12-468B-90DD-F4405E6C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719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E1492-9530-4CAA-B1A0-51CF138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719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CAC3C0-196E-4210-9A54-33197056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719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5C552-F4EC-4AD0-81DA-E9B7918B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719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6A0F5-E405-43AD-BD4D-5B31D878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3D88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B70D7-6338-479E-A050-5357C54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05450"/>
            <a:ext cx="868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253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25317"/>
                </a:solidFill>
                <a:latin typeface="Aptos"/>
                <a:ea typeface="Aptos"/>
                <a:cs typeface="Aptos"/>
              </a:rPr>
              <a:t>Non-goal for demo: no real platform login, no mass application, no recruiter message sent without user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1691509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CF44F-D87C-446B-82E6-F499EF13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2D749-E9AD-48DD-8F76-9FADAD88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SprintDuckAgent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735A9-9CFB-43D3-831E-DAB69E92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P0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75957-CB77-4C75-ABE9-79395642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C8C72-20BB-4ECE-83F1-F75ACEC9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Privacy-first job-search workbench demo · 2026-05-31 10:00 CST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B75DD-EEFB-4997-851A-7D72CBC8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P0 交付聚焦能稳定演示的求职工作台，而不是平台自动化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15B4-8A4A-47E3-9895-47CC484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E037C-B96A-413A-8DEE-8C856E5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B94E7-DC46-45B1-BDE6-00A96009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479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重定位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72827-F48C-48B5-903B-CE7D65D2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首屏改为“隐私优先求职工作台”，报告包装成求职诊断。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F7E26-D5C4-4AA1-B9A5-F3B12CE2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0D559-4B98-46A5-A472-37360379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隐私外发预览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D7489-C984-40EB-B6C7-55A0E1A3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纯本地阻止已配置模型；脱敏模式会处理文本 PII。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18718-0064-4744-8411-8A09897E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B69DF-8A22-485F-8C56-16E33B37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671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演示样例材料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1CC1C-85E3-4912-A568-CCD689A9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一键加载中文简历、目标 JD 和准备约束。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E3CE4-BF64-46F9-B508-1F255438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76B6F-A238-4E98-A89A-77F7E3BC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767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复用现有 Agent 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FC4BD-0645-4E0D-B343-3891FA54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readiness、gaps、sprint plan、Markdown 导出继续可用。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454BC-0085-46C2-B01F-1BBB811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106B6-523B-45E5-B84A-A0441528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863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投递话术 + 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2A962-6BCA-4A87-88D1-10AA3486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报告页新增招聘者开场白、跟进话术和下一步。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F5406-7746-4F05-9279-B914D4B4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36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34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344A"/>
                </a:solidFill>
                <a:latin typeface="Aptos"/>
                <a:ea typeface="Aptos"/>
                <a:cs typeface="Aptos"/>
              </a:rPr>
              <a:t>Verification: frontend production build passed; backend test suite passed with 17 tests; local browser smoke flow generated a report.</a:t>
            </a:r>
          </a:p>
        </p:txBody>
      </p:sp>
    </p:spTree>
    <p:extLst>
      <p:ext uri="{BB962C8B-B14F-4D97-AF65-F5344CB8AC3E}">
        <p14:creationId xmlns:p14="http://schemas.microsoft.com/office/powerpoint/2010/main" val="20295131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C4C52-8748-4CB8-B9F0-731303D0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CF8F2-37BE-405C-9382-D8A11AB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SprintDuckAgent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428DD-9F7D-45DE-85B1-812F3FC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9A638-FC70-4FD6-964C-F8637BC6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BCA50-A47B-4B7A-BE73-8C315B44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Privacy-first job-search workbench demo · 2026-05-31 10:00 CST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5FB32-B924-4726-A62B-F3CBA2A4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大产品方向保留，但用 P0/P1/P2 控制今晚的工程风险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2DAA-8148-41DE-96D5-365E283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766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A3723-53C2-4008-B1E6-ED7D8332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B9ACD-8D90-47D2-9287-BE681B0E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本地求职诊断闭环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494BD-A4CA-4ADD-AE80-8C8D7E23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9C20C-7C3C-4558-92F4-5E62DFE1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简历 + JD 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93301-7091-4F9B-9416-122DF294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043B8-E586-4BB4-8B38-F62448B9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隐私外发预览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B87BF-EDB1-4290-A416-209D112E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26870-A85F-474C-9DDE-4E3742A2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匹配/gap/计划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1010D-63BB-4CA3-8CA0-D623058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8EF19-B1A1-4EB1-9C21-75AC19E9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投递话术草稿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4982E-C862-444A-B25B-731DC319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766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4C232-5CEB-4D8B-9C0D-84FED362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53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25317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C8472-7A77-4661-AACC-E1FC7A42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工作台增强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6CD9B-50EE-4A17-8D5B-EC8BF733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14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02109-D540-4B01-9459-EB6C232F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轻量 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4A43E-DA52-48AE-9EB7-01613E97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14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764B6-8ADE-4C37-A6CA-C5402BE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公司背调占位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A919E-72E6-4C83-8E9F-C09BD743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C984F-A96C-4DAE-AF58-B6D5A541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005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调用审计可视化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FC134-BCDA-47E7-966A-9ADA50B5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14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75A90-66B2-4E08-80E1-FCFA205C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006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截图进入 PPT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88CB3-E1B9-41F6-97C8-D53A8E5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2766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9ABCC-FFB0-479E-8388-E0C2C7ED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239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2392F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418592-CD5F-4FF0-98BD-4D116932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908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平台连接器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FA5E07-C5D3-4B89-BFCF-655C75A8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39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D37F66-0396-4CB6-990D-6E93EA16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004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Boss/脉脉浏览器辅助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62C497-D6FC-45C2-B821-CE4FD7A1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39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712B4E-D58D-4655-9A07-BFF68CE6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draft-only 聊天集成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E89428-36C3-4906-A248-03142B27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39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9F2086-4551-4ECC-A825-3370BDC8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005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人控投递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CB7F2A-DAE8-484C-9511-B203604E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14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39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11221F-7F0C-4643-BCE7-5F7DC2E2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006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合规和限速策略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72CB5C-2246-4A54-8911-D4E08810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9525">
            <a:solidFill>
              <a:srgbClr val="F1C3B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6FD42E-BE4F-4BBC-B983-C31CC982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67400"/>
            <a:ext cx="754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239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2392F"/>
                </a:solidFill>
                <a:latin typeface="Aptos"/>
                <a:ea typeface="Aptos"/>
                <a:cs typeface="Aptos"/>
              </a:rPr>
              <a:t>Explicit non-goal: no black-box mass application, no CAPTCHA bypass, no message sent without final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8279947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73F40-9559-4617-869D-137547E3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A408D-3D83-44FE-B765-36B41D06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SprintDuckAgent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10529-4D03-41BF-A90B-EB857AA4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60331-A499-45B1-B9C9-C7601384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62A5E-9BE3-4F52-8449-C29E9194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Privacy-first job-search workbench demo · 2026-05-31 10:00 CST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11F96-DB4A-4705-9F96-C11207B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SprintDuckAgent 的机会：成为求职者信任的行动层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2ABFC-05B0-4A18-A68F-272F9DF3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F"/>
                </a:solidFill>
                <a:latin typeface="Aptos"/>
                <a:ea typeface="Aptos"/>
                <a:cs typeface="Aptos"/>
              </a:rPr>
              <a:t>Not another resume prompt. A local workbench where sensitive job-search context becomes controlled, evidence-backed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CDEA3-486F-43B8-8176-769A547A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4A"/>
          </a:solidFill>
          <a:ln xmlns:a="http://schemas.openxmlformats.org/drawingml/2006/main" w="9525">
            <a:solidFill>
              <a:srgbClr val="203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E5D6F-0F0C-4F70-9EC8-CA4E3BBB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48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今晚交付一个可信 Demo，后续再接平台连接器。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D1748-0FAB-437D-B417-763E4A9F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57600"/>
            <a:ext cx="800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E5D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5DF"/>
                </a:solidFill>
                <a:latin typeface="Aptos"/>
                <a:ea typeface="Aptos"/>
                <a:cs typeface="Aptos"/>
              </a:rPr>
              <a:t>核心原则不变：外发可见、证据可查、动作可控。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7E277-192F-4840-80A4-0AABD453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244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E9F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DF030-7A12-4DD5-A174-B0111FFF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91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Demo-ready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89B8F-C0E8-425C-9CA7-BD88D586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24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FFF0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31FCA-7858-4CA5-9DA0-62F52748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911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2531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25317"/>
                </a:solidFill>
                <a:latin typeface="Aptos"/>
                <a:ea typeface="Aptos"/>
                <a:cs typeface="Aptos"/>
              </a:rPr>
              <a:t>PPT-ready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B4074-7DDF-4D44-A03E-74063B1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24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E9F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DF6F4-F79A-4344-957C-D8E3888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59"/>
                </a:solidFill>
                <a:latin typeface="Aptos"/>
                <a:ea typeface="Aptos"/>
                <a:cs typeface="Aptos"/>
              </a:rPr>
              <a:t>Connector-aware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869D3-B89A-470F-B75B-9BFE49BA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24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9525">
            <a:solidFill>
              <a:srgbClr val="FFE8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8B7D9-AD3A-4B9B-AD98-C4CC52BE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239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2392F"/>
                </a:solidFill>
                <a:latin typeface="Aptos"/>
                <a:ea typeface="Aptos"/>
                <a:cs typeface="Aptos"/>
              </a:rPr>
              <a:t>Human-in-loop</a:t>
            </a:r>
          </a:p>
        </p:txBody>
      </p:sp>
    </p:spTree>
    <p:extLst>
      <p:ext uri="{BB962C8B-B14F-4D97-AF65-F5344CB8AC3E}">
        <p14:creationId xmlns:p14="http://schemas.microsoft.com/office/powerpoint/2010/main" val="239456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2026-05-30T10:15:28.0420000Z</dcterms:created>
  <dcterms:modified xsi:type="dcterms:W3CDTF">2026-05-30T10:15:28.0420000Z</dcterms:modified>
</coreProperties>
</file>